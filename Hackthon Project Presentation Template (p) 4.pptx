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59" r:id="rId5"/>
    <p:sldId id="287" r:id="rId6"/>
    <p:sldId id="288" r:id="rId7"/>
    <p:sldId id="278" r:id="rId8"/>
    <p:sldId id="273" r:id="rId9"/>
    <p:sldId id="262" r:id="rId10"/>
    <p:sldId id="281" r:id="rId11"/>
    <p:sldId id="279" r:id="rId12"/>
    <p:sldId id="284" r:id="rId13"/>
    <p:sldId id="285" r:id="rId14"/>
    <p:sldId id="286" r:id="rId15"/>
    <p:sldId id="280" r:id="rId16"/>
    <p:sldId id="277" r:id="rId17"/>
    <p:sldId id="289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33DCD37-0C3F-12BB-708C-15A0BFB7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3D30803-6188-6E87-DDB6-6562A9E17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DC8AB23-C1B1-CB09-E0BB-C9AAC48979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5224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6D9BD954-16FD-FB57-C6A4-EB5D3F15F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F3489E1-7724-611B-4E81-BEA0792A2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0D8B4C3-8B92-E26F-E1AC-2161B8338F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3080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5F81AA1-D470-94B2-DBAC-B3997B8A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F3C5CFF-BD30-3A5C-BD37-8285A5CF2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3D9FE95-01C0-4EF5-0973-1DCBDDB3C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509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geshwaran59/-climate-risk-assessment--for-agriculture.gi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watsonx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mausam.imd.gov.in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gricoop.nic.in/" TargetMode="External"/><Relationship Id="rId5" Type="http://schemas.openxmlformats.org/officeDocument/2006/relationships/hyperlink" Target="https://www.fao.org/climate-change/resources" TargetMode="External"/><Relationship Id="rId4" Type="http://schemas.openxmlformats.org/officeDocument/2006/relationships/hyperlink" Target="https://www.fao.org/climate-smart-agriculture" TargetMode="External"/><Relationship Id="rId9" Type="http://schemas.openxmlformats.org/officeDocument/2006/relationships/hyperlink" Target="https://docs.langflow.org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8158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Agentic AI Hackathon: AI-Based Climate Risk Assessment for Agriculture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endParaRPr lang="en-US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481943" y="1219200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lang="en-US" sz="3500" b="1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TECHHOPE</a:t>
            </a: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2190457" y="1490505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095627937"/>
              </p:ext>
            </p:extLst>
          </p:nvPr>
        </p:nvGraphicFramePr>
        <p:xfrm>
          <a:off x="1917282" y="1942024"/>
          <a:ext cx="7972756" cy="4526736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1320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7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7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7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TEAM MEMBER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521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Shreyas R V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rvshreyas131@gmail.com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 8088320572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2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SHASHANK URS  H P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shashankaras24@gmail.com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7892403016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48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/>
                        <a:t>Yogeshwaran G</a:t>
                      </a:r>
                      <a:endParaRPr sz="1400" b="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yw891@gmail.com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8217051721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5" name="Picture 4" descr="The image shows a person wearing a blue t-shirt.&#10;&#10;AI-generated content may be incorrect.">
            <a:extLst>
              <a:ext uri="{FF2B5EF4-FFF2-40B4-BE49-F238E27FC236}">
                <a16:creationId xmlns:a16="http://schemas.microsoft.com/office/drawing/2014/main" id="{676EE4B7-0EC0-C8A9-7077-4B15FFA97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4127150"/>
            <a:ext cx="1014984" cy="1051560"/>
          </a:xfrm>
          <a:prstGeom prst="rect">
            <a:avLst/>
          </a:prstGeom>
        </p:spPr>
      </p:pic>
      <p:pic>
        <p:nvPicPr>
          <p:cNvPr id="7" name="Picture 6" descr="The image shows a person wearing a cricket shirt, possibly holding a ball.&#10;&#10;AI-generated content may be incorrect.">
            <a:extLst>
              <a:ext uri="{FF2B5EF4-FFF2-40B4-BE49-F238E27FC236}">
                <a16:creationId xmlns:a16="http://schemas.microsoft.com/office/drawing/2014/main" id="{29157501-1A8C-8193-8F05-61E96EDBB0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2756" y="5392740"/>
            <a:ext cx="1014985" cy="902050"/>
          </a:xfrm>
          <a:prstGeom prst="rect">
            <a:avLst/>
          </a:prstGeom>
        </p:spPr>
      </p:pic>
      <p:pic>
        <p:nvPicPr>
          <p:cNvPr id="3" name="Picture 2" descr="The image shows a person wearing a white shirt with a collar and a black tie, standing against a plain background.&#10;&#10;AI-generated content may be incorrect.">
            <a:extLst>
              <a:ext uri="{FF2B5EF4-FFF2-40B4-BE49-F238E27FC236}">
                <a16:creationId xmlns:a16="http://schemas.microsoft.com/office/drawing/2014/main" id="{1D987B9C-6753-A317-1D5C-7B4723E5FB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49" y="2990343"/>
            <a:ext cx="1046989" cy="9370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804672" y="1188720"/>
            <a:ext cx="761695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sz="1800" b="1" dirty="0"/>
              <a:t>Problem Statement: AI-Based Climate Risk Assessment for Agriculture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Climate variability significantly affects agricultural productivity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Extreme weather events, shifting seasons, and unpredictable rainfall increase farming risks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Farmers and agricultural planners lack tools to interpret climate data in an actionable manner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Existing solutions are often generic and not localized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There is a need for an intelligent assistive system to analyze climate trends and assess agricultural risk at a local level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805056" y="447690"/>
            <a:ext cx="32268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1042416" y="1555179"/>
            <a:ext cx="102687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We propose an </a:t>
            </a:r>
            <a:r>
              <a:rPr lang="en-US" sz="1800" b="1" dirty="0"/>
              <a:t>AI-Based Climate Risk Assessment System</a:t>
            </a:r>
            <a:r>
              <a:rPr lang="en-US" sz="1800" dirty="0"/>
              <a:t> using an </a:t>
            </a:r>
            <a:r>
              <a:rPr lang="en-US" sz="1800" b="1" dirty="0"/>
              <a:t>Agentic AI architecture</a:t>
            </a:r>
            <a:r>
              <a:rPr lang="en-US" sz="1800" dirty="0"/>
              <a:t> deployed fully on </a:t>
            </a:r>
            <a:r>
              <a:rPr lang="en-US" sz="1800" b="1" dirty="0"/>
              <a:t>IBM Cloud</a:t>
            </a:r>
            <a:r>
              <a:rPr lang="en-US" sz="1800" dirty="0"/>
              <a:t>.</a:t>
            </a:r>
          </a:p>
          <a:p>
            <a:r>
              <a:rPr lang="en-US" sz="1800" dirty="0"/>
              <a:t>The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Collects climate and historical agricultural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Uses AI agents to analyze climate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Generates crop- and region-specific risk assessments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Provides actionable advisory insights in natural language</a:t>
            </a:r>
          </a:p>
          <a:p>
            <a:r>
              <a:rPr lang="en-US" sz="1800" dirty="0"/>
              <a:t>This enables farmers and stakeholders to take </a:t>
            </a:r>
            <a:r>
              <a:rPr lang="en-US" sz="1800" b="1" dirty="0"/>
              <a:t>preventive and informed decisions</a:t>
            </a:r>
            <a:r>
              <a:rPr lang="en-US" sz="18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893255" y="741143"/>
            <a:ext cx="453919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Proposed solution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80618D0-CCE8-997D-7AA7-4A1C3F2F3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441" y="1094653"/>
            <a:ext cx="1009122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Climate change has increased the frequency of droughts, floods, and heat stress in agriculture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Farmers face difficulty in interpreting complex climate and weather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Lack of localized and timely climate risk assessment tools for farmers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Existing agricultural advisories are often generic and not data-driven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Need for an intelligent, assistive system to convert climate data into actionable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Supports informed decision-making and improves climate resilience in agriculture</a:t>
            </a:r>
          </a:p>
        </p:txBody>
      </p:sp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79758" y="4511746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1089305" y="534084"/>
            <a:ext cx="549643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End user of project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61" y="6324661"/>
            <a:ext cx="11520407" cy="31005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F7E5B83-440D-6661-703E-D535552B8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305" y="1036472"/>
            <a:ext cx="734047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climate risks and plan farming activities accordingly.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Extension Officers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data-driven, localized advisories to farmers.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Planners &amp; Policy Makers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climate-resilient agricultural planning and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Government Bodies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monitor regional climate risks and support preparedness initiatives.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Institutions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climate trends and agricultural risk patterns.</a:t>
            </a:r>
          </a:p>
        </p:txBody>
      </p:sp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10CFC01-77E3-FEBA-3D95-C9DFF8363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" y="946297"/>
            <a:ext cx="1090555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LangFlow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design and orchestrate the multi-agent AI workflow.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Granite Language Model (watsonx.ai)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AI model for climate analysis, risk detection, and advisory generation.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Retrieval-Augmented Generation (RAG)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retrieve climate-smart agriculture guidelines and policy documents for reliable recommendations.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 Database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embedded agricultural and climate documents for efficient retrieval.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Templates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prompts used to guide each agent’s role and output format.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Agent-Based Architecture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 agents for data analysis, risk detection, and advisory planning.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218724" y="47559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1335024" y="1582675"/>
            <a:ext cx="7234369" cy="77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1218724" y="2660000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3829113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035C254-4D79-4C20-8A3E-811923D54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88" y="1228839"/>
            <a:ext cx="90973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Multi-Agent AI Architecture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separation of climate analysis, risk detection, and advisory planning agents.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Risk-First Approach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Climate risks are identified and quantified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generating recommendations.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RAG-Driven Trusted Advisory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climate-smart agriculture guidelines and policy documents to avoid hallucinations.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Localized Climate Risk Assessment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insights based on specific location, crop, and season.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Farmer-Friendly Assistive Design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Outputs are simple, non-prescriptive, and easy for farmers to understand.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/>
          <p:nvPr/>
        </p:nvSpPr>
        <p:spPr>
          <a:xfrm>
            <a:off x="1021833" y="348176"/>
            <a:ext cx="820782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Technical flow diagram - Architecture</a:t>
            </a:r>
            <a:r>
              <a:rPr lang="en-US" sz="2400" b="1" i="0" u="none" strike="noStrike" cap="none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blueprint</a:t>
            </a:r>
            <a:endParaRPr lang="en-US" sz="2400" b="1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004CF-732B-B365-E320-17AD7B82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85" y="6299341"/>
            <a:ext cx="11520407" cy="31005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4D6D1B3-46E5-A3C3-21C8-3ED643BF0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650" y="997857"/>
            <a:ext cx="9421586" cy="48622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745937" y="356003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i="0" u="none" strike="noStrike" cap="none" dirty="0" err="1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2400" b="1" i="0" u="none" strike="noStrike" cap="none" dirty="0">
                <a:solidFill>
                  <a:srgbClr val="051D3A"/>
                </a:solidFill>
                <a:ea typeface="Times New Roman"/>
                <a:cs typeface="Times New Roman"/>
                <a:sym typeface="Times New Roman"/>
              </a:rPr>
              <a:t> component Used </a:t>
            </a:r>
            <a:endParaRPr lang="en-US" sz="2400" b="1" i="0" u="none" strike="noStrike" cap="none" dirty="0">
              <a:solidFill>
                <a:srgbClr val="000000"/>
              </a:solidFill>
              <a:ea typeface="Times New Roman"/>
              <a:cs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73E0401-BA20-A0A4-710E-FAD0D820A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841" y="804511"/>
            <a:ext cx="832792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Input Component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Collects user inputs such as location, crop, season, and climate details.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Template Component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Structures prompts for each agent to ensure consistent and meaningful outputs.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Climate &amp; Crop Data Analysis Agent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Analyzes climate trends and crop-related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Climate Risk Detection Agent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Identifies and evaluates drought, flood, and heat stress risks.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Advisory &amp; Planning Assistant Agent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farmer-friendly advisory and planning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Granite Language Model (watsonx.ai)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as the core language model for all agents.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 Store &amp; Retriever (RAG)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Retrieves relevant agricultural guidelines and policy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Output Component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the final advisory output to the user.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838779" y="200739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1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 descr="The image appears to be a visual representation of a software interface, likely a chatbot or AI system, with various buttons, text fields, and options for inputting data and receiving responses.&#10;&#10;AI-generated content may be incorrect.">
            <a:extLst>
              <a:ext uri="{FF2B5EF4-FFF2-40B4-BE49-F238E27FC236}">
                <a16:creationId xmlns:a16="http://schemas.microsoft.com/office/drawing/2014/main" id="{42119453-E672-4E78-F939-FC8B6455E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527" y="799580"/>
            <a:ext cx="9468337" cy="525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9E2832E4-AC39-7A49-D4B6-C1A4B148E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23FCBA-FC00-378F-C117-12DC1F4FD6E0}"/>
              </a:ext>
            </a:extLst>
          </p:cNvPr>
          <p:cNvSpPr txBox="1"/>
          <p:nvPr/>
        </p:nvSpPr>
        <p:spPr>
          <a:xfrm>
            <a:off x="1065320" y="138955"/>
            <a:ext cx="54666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Screenshot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59E40-7B3E-CFB4-3FD9-6C10E068F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 descr="The image appears to be a visual representation of a chatbot interface, likely showcasing different components of a dialogue system, such as input fields, buttons, and a chatbot model, with text indicating user inputs and bot responses.&#10;&#10;AI-generated content may be incorrect.">
            <a:extLst>
              <a:ext uri="{FF2B5EF4-FFF2-40B4-BE49-F238E27FC236}">
                <a16:creationId xmlns:a16="http://schemas.microsoft.com/office/drawing/2014/main" id="{8BD212A0-AD66-4DCE-BFA3-51346D9DB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320" y="600620"/>
            <a:ext cx="9449286" cy="542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43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E5FD7-2292-570F-1397-1E9287F8CB9D}"/>
              </a:ext>
            </a:extLst>
          </p:cNvPr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1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 descr="Thanjavur, Tamil Nadu: High drought risk (85% chance) due to a 35% rainfall deficit over 25 days, while flood risk is low (10%). Recommendations: efficient irrigation, moisture monitoring, and early warning systems for extreme weather.&#10;&#10;AI-generated content may be incorrect.">
            <a:extLst>
              <a:ext uri="{FF2B5EF4-FFF2-40B4-BE49-F238E27FC236}">
                <a16:creationId xmlns:a16="http://schemas.microsoft.com/office/drawing/2014/main" id="{DD35F210-FF06-7FAD-C147-773A74015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320" y="722376"/>
            <a:ext cx="10300671" cy="526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684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5838F091-0014-6AB2-D2EE-81C735D1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9D04B6-7646-B3BF-9A84-684A467FADAB}"/>
              </a:ext>
            </a:extLst>
          </p:cNvPr>
          <p:cNvSpPr txBox="1"/>
          <p:nvPr/>
        </p:nvSpPr>
        <p:spPr>
          <a:xfrm>
            <a:off x="1219779" y="200739"/>
            <a:ext cx="46222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Screenshot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314CEB-36A0-2FF5-7F53-C10C910C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 descr="Rice cultivation in Davangere, Karnataka, shows a low risk of drought (30%) and minimal flood risk (10%), with a recommendation for monitoring soil moisture levels and implementing micro-irrigation systems.&#10;&#10;AI-generated content may be incorrect.">
            <a:extLst>
              <a:ext uri="{FF2B5EF4-FFF2-40B4-BE49-F238E27FC236}">
                <a16:creationId xmlns:a16="http://schemas.microsoft.com/office/drawing/2014/main" id="{5E3AB389-9486-0666-DFCE-B0193713C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3" y="662404"/>
            <a:ext cx="8348472" cy="531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841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</a:p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82732" y="1356036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16C1CA77-4E32-E8E3-C6BC-869B2467E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720" y="771262"/>
            <a:ext cx="930254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Climate Data Integration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live weather APIs (rainfall, temperature, humidity) for real-time risk assessment.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Crop-Specific &amp; Region-Specific Models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support to multiple crops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-climatic zones with customized risk thresholds.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Warning &amp; Alert System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SMS / mobile notifications for high-risk climate events.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Predictive Analytics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Incorporate long-term climate forecasting and seasonal prediction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Farmer Feedback Loop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 farmer inputs to continuously improve advisory accuracy.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 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https://github.com/yogeshwaran59/-climate-risk-assessment--for-agriculture.git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app.py file , 2) your_hackthon_problemstatement.pdf file  3) your projectpresntation.pptx file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FECD098C-4ECF-993B-66E2-9989F83F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BDA5ADF-C9A0-CA5D-844A-6AC3872A0D8C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</a:pPr>
            <a:r>
              <a:rPr lang="en-US" sz="3500" b="1" dirty="0">
                <a:solidFill>
                  <a:srgbClr val="051D3A"/>
                </a:solidFill>
                <a:latin typeface="Times New Roman"/>
                <a:cs typeface="Times New Roman"/>
                <a:sym typeface="Times New Roman"/>
              </a:rPr>
              <a:t>References </a:t>
            </a:r>
            <a:endParaRPr lang="en-US" dirty="0"/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AF5AFD00-74FD-B439-5973-23933ABD88EC}"/>
              </a:ext>
            </a:extLst>
          </p:cNvPr>
          <p:cNvSpPr/>
          <p:nvPr/>
        </p:nvSpPr>
        <p:spPr>
          <a:xfrm>
            <a:off x="2069116" y="1581631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</a:t>
            </a: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60EC5B-78FF-4D99-1A49-A2DD6DB4A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4697D640-3E84-EA74-A1D3-424A9B83D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996" y="1431183"/>
            <a:ext cx="5729454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FAO – Climate-Smart Agriculture Sourcebook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Food and Agriculture Organization of the United Nations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https://www.fao.org/climate-smart-agriculture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FAO – Managing Climate Risks in Agriculture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FAO Climate Risk Management Guidelines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https://www.fao.org/climate-change/resources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of India – Ministry of Agriculture &amp; Farmers Welfare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advisories and policy documents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https://agricoop.nic.in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E70E026-8888-45E2-46F9-5AA96F1C4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996" y="3429000"/>
            <a:ext cx="436209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Indian Meteorological Department (IMD)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Climate data, seasonal forecasts, and rainfall reports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https://mausam.imd.gov.in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Granite Models Documentation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watsonx.ai – Granite Foundation Models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  <a:hlinkClick r:id="rId8"/>
              </a:rPr>
              <a:t>https://www.ibm.com/watsonx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LangFlow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Agent-based orchestration and RAG workflows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9"/>
              </a:rPr>
              <a:t>https://docs.langflow.org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56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1452</TotalTime>
  <Words>979</Words>
  <Application>Microsoft Office PowerPoint</Application>
  <PresentationFormat>Widescreen</PresentationFormat>
  <Paragraphs>108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Agentic AI Hackathon: AI-Based Climate Risk Assessment for Agriculture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Yogeshwaran G</cp:lastModifiedBy>
  <cp:revision>121</cp:revision>
  <dcterms:created xsi:type="dcterms:W3CDTF">2025-07-08T05:06:56Z</dcterms:created>
  <dcterms:modified xsi:type="dcterms:W3CDTF">2026-02-02T06:42:39Z</dcterms:modified>
</cp:coreProperties>
</file>